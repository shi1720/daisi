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3297a08de046cb" /><Relationship Type="http://schemas.openxmlformats.org/officeDocument/2006/relationships/extended-properties" Target="/docProps/app.xml" Id="Rd76c2d9a8d6d4149" /><Relationship Type="http://schemas.openxmlformats.org/officeDocument/2006/relationships/officeDocument" Target="/ppt/presentation.xml" Id="R39dc11da710749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460eb261ad4f98"/>
  </p:sldMasterIdLst>
  <p:notesMasterIdLst>
    <p:notesMasterId xmlns:r="http://schemas.openxmlformats.org/officeDocument/2006/relationships" r:id="Re7dd374326644c36"/>
  </p:notesMasterIdLst>
  <p:sldIdLst>
    <p:sldId xmlns:r="http://schemas.openxmlformats.org/officeDocument/2006/relationships" id="256" r:id="R94cedffa8f0d42b7"/>
    <p:sldId xmlns:r="http://schemas.openxmlformats.org/officeDocument/2006/relationships" id="257" r:id="R1278b27fc99646ad"/>
    <p:sldId xmlns:r="http://schemas.openxmlformats.org/officeDocument/2006/relationships" id="258" r:id="Rc330dc7a88da4341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80d187fe9c4627" /><Relationship Type="http://schemas.openxmlformats.org/officeDocument/2006/relationships/slideMaster" Target="/ppt/slideMasters/slideMaster1.xml" Id="Rf8460eb261ad4f98" /><Relationship Type="http://schemas.openxmlformats.org/officeDocument/2006/relationships/notesMaster" Target="/ppt/notesMasters/notesMaster1.xml" Id="Re7dd374326644c36" /><Relationship Type="http://schemas.openxmlformats.org/officeDocument/2006/relationships/presProps" Target="/ppt/presProps.xml" Id="R69f0e144bccc4e2d" /><Relationship Type="http://schemas.openxmlformats.org/officeDocument/2006/relationships/viewProps" Target="/ppt/viewProps.xml" Id="R01aa0f927d534acd" /><Relationship Type="http://schemas.openxmlformats.org/officeDocument/2006/relationships/tableStyles" Target="/ppt/tableStyles.xml" Id="R12f6e6c18918413e" /><Relationship Type="http://schemas.openxmlformats.org/officeDocument/2006/relationships/slide" Target="/ppt/slides/slide1.xml" Id="R94cedffa8f0d42b7" /><Relationship Type="http://schemas.openxmlformats.org/officeDocument/2006/relationships/slide" Target="/ppt/slides/slide2.xml" Id="R1278b27fc99646ad" /><Relationship Type="http://schemas.openxmlformats.org/officeDocument/2006/relationships/slide" Target="/ppt/slides/slide3.xml" Id="Rc330dc7a88da43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f0795e965f49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ba5b5fc21946cb" /><Relationship Type="http://schemas.openxmlformats.org/officeDocument/2006/relationships/notesMaster" Target="/ppt/notesMasters/notesMaster1.xml" Id="Re77f1225a89d4e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33374d0f9f4300" /><Relationship Type="http://schemas.openxmlformats.org/officeDocument/2006/relationships/notesMaster" Target="/ppt/notesMasters/notesMaster1.xml" Id="Rd71f505116e247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9dabee2f7e4db1" /><Relationship Type="http://schemas.openxmlformats.org/officeDocument/2006/relationships/notesMaster" Target="/ppt/notesMasters/notesMaster1.xml" Id="R67ca2af5e38e46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NEA Dates of Hawker Centre Closures, https://data.gov.sg/datasets/d_bda4baa634dd1cc7a6c7cad5f19e2d68/view . Counts recomputed from the 22 Sep 2026 snapshot for 28 Sep 2026. No claim of food insecurity is inferred. Town council scheduling role: https://www.nea.gov.sg/our-services/hawker-management/announcements . Course confirmed by the participant: Computer Science. Institution, year and current Singapore IHL enrolment remain unconfirmed; full team particulars are required before submission.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NEA closure dataset d_bda4baa634dd1cc7a6c7cad5f19e2d68; Census 2020 age and subzone population d_d95ae740c0f8961a0b10435836660ce0; URA planning areas d_4765db0e87b9c86336792efe8a1f7a66 and subzones d_8594ae9ff96d0c708bc2af633048edfb; NEA waste d_daf568968ab40dc81e7b08887a83c8fa. All data.gov.sg. Spatial model uses geographic representative points, not population centroids or walking routes. Closure discovery already exists in myENV and public products; the differentiation is coordinator planning.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real Databricks live run published governed tables after 12 quality checks and 9 MLflow scenarios. Three tabular sources were fetched live; two checksum-verified URA archives retained their original timestamps. See submission/deployment-status.json and data/processed/databricks-publication.json. The separate local robustness benchmark has 15 scenarios. Free Edition is for non-commercial learning/prototyping: https://daisi.online/guide and https://docs.databricks.com/aws/en/getting-started/free-edition-limitations . Pilot targets and pricing are unvalidated. AI-assisted development is disclosed in the repository; project owner and presenter is Shivam Gupta.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89d3632ffd14d62" /><Relationship Type="http://schemas.openxmlformats.org/officeDocument/2006/relationships/notesSlide" Target="/ppt/notesSlides/notesSlide1.xml" Id="R3935450232394e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592bbce93d4a4a" /><Relationship Type="http://schemas.openxmlformats.org/officeDocument/2006/relationships/notesSlide" Target="/ppt/notesSlides/notesSlide2.xml" Id="R14cfd3dd978040a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445f1a74714e74" /><Relationship Type="http://schemas.openxmlformats.org/officeDocument/2006/relationships/notesSlide" Target="/ppt/notesSlides/notesSlide3.xml" Id="R3e7aaf94f8a44d1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D9E1DB7-6537-4B2B-AA8B-BCBD08F9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62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A5209CB-5970-4119-989B-D1F50CEF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400" b="1">
                <a:solidFill>
                  <a:srgbClr val="FF3621"/>
                </a:solidFill>
                <a:latin typeface="Arial"/>
                <a:ea typeface="Arial"/>
                <a:cs typeface="Arial"/>
              </a:rPr>
              <a:t>SLIDE 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9FE6858-1E9F-4604-9999-48C776EE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60120"/>
            <a:ext cx="10789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3400" b="1">
                <a:solidFill>
                  <a:srgbClr val="112530"/>
                </a:solidFill>
                <a:latin typeface="Arial"/>
                <a:ea typeface="Arial"/>
                <a:cs typeface="Arial"/>
              </a:rPr>
              <a:t>Problem &amp; why it matters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A07599E-B1CB-4FDB-9787-BB9F7F47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20240"/>
            <a:ext cx="10789920" cy="4053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Team name: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HawkerBridge | Shivam Gupta | Course: Computer Science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Problem statement: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C3 - KopilamAI: hawker culture and food access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The problem: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A closure notice does not tell a community coordinator which neighbourhoods need temporary meal support, or how to use a limited budget.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Who is affected: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Residents who rely on nearby hawker food, especially seniors. On 28 September, 17 listed centres with 1,025 food stalls have scheduled closures. These are infrastructure counts, not measured hungry residents.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Why now: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Cleaning and renovation closures are known ahead of time. Town councils can compare cleaning dates and prepare support before a neighbourhood loses access.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EA6ED41-DE06-47F6-8338-69C97D0C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263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100" b="0">
                <a:solidFill>
                  <a:srgbClr val="6B7A84"/>
                </a:solidFill>
                <a:latin typeface="Arial"/>
                <a:ea typeface="Arial"/>
                <a:cs typeface="Arial"/>
              </a:rPr>
              <a:t>DAISI Challenge Singapore 2026 · Round 1 template · keep to 3 slides, export as PDF</a:t>
            </a:r>
          </a:p>
        </p:txBody>
      </p:sp>
    </p:spTree>
    <p:extLst>
      <p:ext uri="{BB962C8B-B14F-4D97-AF65-F5344CB8AC3E}">
        <p14:creationId xmlns:p14="http://schemas.microsoft.com/office/powerpoint/2010/main" val="18166767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6847457-4056-4621-A3B2-EA842214B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62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3F0C920-8B51-43AE-B49D-A440E0D60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400" b="1">
                <a:solidFill>
                  <a:srgbClr val="FF3621"/>
                </a:solidFill>
                <a:latin typeface="Arial"/>
                <a:ea typeface="Arial"/>
                <a:cs typeface="Arial"/>
              </a:rPr>
              <a:t>SLIDE 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EF6A861-1140-4EF3-92ED-39707452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60120"/>
            <a:ext cx="10789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3400" b="1">
                <a:solidFill>
                  <a:srgbClr val="112530"/>
                </a:solidFill>
                <a:latin typeface="Arial"/>
                <a:ea typeface="Arial"/>
                <a:cs typeface="Arial"/>
              </a:rPr>
              <a:t>Solution &amp; data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ED00722-4C32-455D-8179-F44792F9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20240"/>
            <a:ext cx="10789920" cy="4053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The solution: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A closure continuity desk that compares dates and proposes a budgeted, reviewable meal-support plan for neighbourhoods flagged by an access model.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The user: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A town council planner or community meal coordinator chooses a date, planning area and budget, checks alternatives, then exports a plan for human review.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Data from data.gov.sg: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NEA closure dates, centre locations and stall counts (2026). SingStat Census 2020 population by subzone and age, joined to URA 2019 boundaries. NEA annual food-waste data supplies national context only, never local demand labels.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What differs: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Counterfactual cleaning-date comparisons and constrained allocation, with explicit costs, capacity, source provenance and uncertainty. Every allocation has an explicit objective and a comparison baseline.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45F76FA-EB82-4955-9527-D115CD2E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263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100" b="0">
                <a:solidFill>
                  <a:srgbClr val="6B7A84"/>
                </a:solidFill>
                <a:latin typeface="Arial"/>
                <a:ea typeface="Arial"/>
                <a:cs typeface="Arial"/>
              </a:rPr>
              <a:t>DAISI Challenge Singapore 2026 · Round 1 template · keep to 3 slides, export as PDF</a:t>
            </a:r>
          </a:p>
        </p:txBody>
      </p:sp>
    </p:spTree>
    <p:extLst>
      <p:ext uri="{BB962C8B-B14F-4D97-AF65-F5344CB8AC3E}">
        <p14:creationId xmlns:p14="http://schemas.microsoft.com/office/powerpoint/2010/main" val="50770094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FE63503-431E-4096-A050-B3FD8DEF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62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71E6148-B87C-428C-B55E-494285D4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400" b="1">
                <a:solidFill>
                  <a:srgbClr val="FF3621"/>
                </a:solidFill>
                <a:latin typeface="Arial"/>
                <a:ea typeface="Arial"/>
                <a:cs typeface="Arial"/>
              </a:rPr>
              <a:t>SLIDE 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03887E9-0F7A-48DB-9E45-B8985D80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960120"/>
            <a:ext cx="10789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3400" b="1">
                <a:solidFill>
                  <a:srgbClr val="112530"/>
                </a:solidFill>
                <a:latin typeface="Arial"/>
                <a:ea typeface="Arial"/>
                <a:cs typeface="Arial"/>
              </a:rPr>
              <a:t>Databricks architecture &amp; impact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7385AA-0B8B-431A-9FA0-BE895F28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20240"/>
            <a:ext cx="10789920" cy="4053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Working platform: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Public APIs / Lakeflow Job / Bronze raw Delta / Silver validated closures and population / Gold access model and allocation / Databricks Apps. Unity Catalog governs tables. MLflow records the optimiser's baseline comparisons.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Demo: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hawkerbridge-sg.web.app offers private plans and PDF export. A live Databricks job passed 12 quality gates and recorded 9 MLflow scenarios, with a SQL dashboard.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Impact to test: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Fewer coordinator hours per closure and fewer residents reporting lost meal access. Pilot targets: reduce planning time by 30% and verify every proposed site. A funded pilot and organisation subscription are commercial hypotheses, not sales.</a:t>
            </a:r>
          </a:p>
          <a:p xmlns:a="http://schemas.openxmlformats.org/drawingml/2006/main">
            <a:pPr>
              <a:lnSpc>
                <a:spcPct val="116000"/>
              </a:lnSpc>
              <a:spcBef>
                <a:spcPts val="0"/>
              </a:spcBef>
              <a:spcAft>
                <a:spcPts val="1400"/>
              </a:spcAft>
              <a:buNone/>
              <a:defRPr sz="1600">
                <a:solidFill>
                  <a:srgbClr val="526773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526773"/>
                </a:solidFill>
                <a:latin typeface="Arial"/>
                <a:ea typeface="Arial"/>
                <a:cs typeface="Arial"/>
              </a:rPr>
              <a:t>Next sprint:</a:t>
            </a:r>
            <a:r>
              <a:rPr sz="1600">
                <a:solidFill>
                  <a:srgbClr val="526773"/>
                </a:solidFill>
                <a:latin typeface="Arial"/>
                <a:ea typeface="Arial"/>
                <a:cs typeface="Arial"/>
              </a:rPr>
              <a:t> Validate locations with a coordinator, measure planning time and repeat use, then test a paid pilot. Current prices and impact targets are hypotheses.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2A925D-51F9-4A59-A407-B5EFFD02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263640"/>
            <a:ext cx="10789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r>
              <a:rPr sz="1100" b="0">
                <a:solidFill>
                  <a:srgbClr val="6B7A84"/>
                </a:solidFill>
                <a:latin typeface="Arial"/>
                <a:ea typeface="Arial"/>
                <a:cs typeface="Arial"/>
              </a:rPr>
              <a:t>DAISI Challenge Singapore 2026 · Round 1 template · keep to 3 slides, export as PDF</a:t>
            </a:r>
          </a:p>
        </p:txBody>
      </p:sp>
    </p:spTree>
    <p:extLst>
      <p:ext uri="{BB962C8B-B14F-4D97-AF65-F5344CB8AC3E}">
        <p14:creationId xmlns:p14="http://schemas.microsoft.com/office/powerpoint/2010/main" val="131909567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2026-09-22T07:13:57.0130000Z</dcterms:created>
  <dcterms:modified xsi:type="dcterms:W3CDTF">2026-09-22T07:13:57.0130000Z</dcterms:modified>
</coreProperties>
</file>